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3A997-B668-446C-BF74-A864195A17AE}" v="6" dt="2026-03-30T23:32:28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Gillis" userId="e021863b747904f7" providerId="LiveId" clId="{7D96AA66-6359-4CF5-9E1E-B87409EB2B21}"/>
    <pc:docChg chg="custSel addSld delSld modSld sldOrd">
      <pc:chgData name="Marcus Gillis" userId="e021863b747904f7" providerId="LiveId" clId="{7D96AA66-6359-4CF5-9E1E-B87409EB2B21}" dt="2026-03-31T00:01:56.729" v="1637" actId="255"/>
      <pc:docMkLst>
        <pc:docMk/>
      </pc:docMkLst>
      <pc:sldChg chg="modSp mod">
        <pc:chgData name="Marcus Gillis" userId="e021863b747904f7" providerId="LiveId" clId="{7D96AA66-6359-4CF5-9E1E-B87409EB2B21}" dt="2026-03-31T00:01:56.729" v="1637" actId="255"/>
        <pc:sldMkLst>
          <pc:docMk/>
          <pc:sldMk cId="3655839193" sldId="256"/>
        </pc:sldMkLst>
        <pc:spChg chg="mod">
          <ac:chgData name="Marcus Gillis" userId="e021863b747904f7" providerId="LiveId" clId="{7D96AA66-6359-4CF5-9E1E-B87409EB2B21}" dt="2026-03-30T23:16:16.617" v="43" actId="20577"/>
          <ac:spMkLst>
            <pc:docMk/>
            <pc:sldMk cId="3655839193" sldId="256"/>
            <ac:spMk id="2" creationId="{5319CEC1-4060-FD06-8F9A-127086A7F887}"/>
          </ac:spMkLst>
        </pc:spChg>
        <pc:spChg chg="mod">
          <ac:chgData name="Marcus Gillis" userId="e021863b747904f7" providerId="LiveId" clId="{7D96AA66-6359-4CF5-9E1E-B87409EB2B21}" dt="2026-03-31T00:01:56.729" v="1637" actId="255"/>
          <ac:spMkLst>
            <pc:docMk/>
            <pc:sldMk cId="3655839193" sldId="256"/>
            <ac:spMk id="3" creationId="{0278610D-C1EF-7ED9-A88D-1DD84AD700EC}"/>
          </ac:spMkLst>
        </pc:spChg>
        <pc:picChg chg="mod">
          <ac:chgData name="Marcus Gillis" userId="e021863b747904f7" providerId="LiveId" clId="{7D96AA66-6359-4CF5-9E1E-B87409EB2B21}" dt="2026-03-30T23:15:42.323" v="0" actId="14826"/>
          <ac:picMkLst>
            <pc:docMk/>
            <pc:sldMk cId="3655839193" sldId="256"/>
            <ac:picMk id="6" creationId="{7F4B19AB-299E-2032-CE91-ACF0A4B68B23}"/>
          </ac:picMkLst>
        </pc:picChg>
      </pc:sldChg>
      <pc:sldChg chg="addSp modSp mod">
        <pc:chgData name="Marcus Gillis" userId="e021863b747904f7" providerId="LiveId" clId="{7D96AA66-6359-4CF5-9E1E-B87409EB2B21}" dt="2026-03-30T23:57:37.166" v="1465" actId="20577"/>
        <pc:sldMkLst>
          <pc:docMk/>
          <pc:sldMk cId="1482374299" sldId="257"/>
        </pc:sldMkLst>
        <pc:spChg chg="mod">
          <ac:chgData name="Marcus Gillis" userId="e021863b747904f7" providerId="LiveId" clId="{7D96AA66-6359-4CF5-9E1E-B87409EB2B21}" dt="2026-03-30T23:22:49.819" v="280" actId="1076"/>
          <ac:spMkLst>
            <pc:docMk/>
            <pc:sldMk cId="1482374299" sldId="257"/>
            <ac:spMk id="2" creationId="{354AC1DF-977A-BBD0-E2EC-19E2EEDB6392}"/>
          </ac:spMkLst>
        </pc:spChg>
        <pc:spChg chg="mod">
          <ac:chgData name="Marcus Gillis" userId="e021863b747904f7" providerId="LiveId" clId="{7D96AA66-6359-4CF5-9E1E-B87409EB2B21}" dt="2026-03-30T23:57:37.166" v="1465" actId="20577"/>
          <ac:spMkLst>
            <pc:docMk/>
            <pc:sldMk cId="1482374299" sldId="257"/>
            <ac:spMk id="3" creationId="{9CC721F6-A6E2-CE77-CEA5-5A10A78EADE4}"/>
          </ac:spMkLst>
        </pc:spChg>
        <pc:spChg chg="add">
          <ac:chgData name="Marcus Gillis" userId="e021863b747904f7" providerId="LiveId" clId="{7D96AA66-6359-4CF5-9E1E-B87409EB2B21}" dt="2026-03-30T23:18:14.446" v="120"/>
          <ac:spMkLst>
            <pc:docMk/>
            <pc:sldMk cId="1482374299" sldId="257"/>
            <ac:spMk id="4" creationId="{3D4E666D-1105-5F68-B81E-7C75FDF3D1B0}"/>
          </ac:spMkLst>
        </pc:spChg>
        <pc:spChg chg="add mod">
          <ac:chgData name="Marcus Gillis" userId="e021863b747904f7" providerId="LiveId" clId="{7D96AA66-6359-4CF5-9E1E-B87409EB2B21}" dt="2026-03-30T23:18:29.215" v="122"/>
          <ac:spMkLst>
            <pc:docMk/>
            <pc:sldMk cId="1482374299" sldId="257"/>
            <ac:spMk id="5" creationId="{7CEF599B-76CB-B817-E985-461920CDEB15}"/>
          </ac:spMkLst>
        </pc:spChg>
      </pc:sldChg>
      <pc:sldChg chg="del">
        <pc:chgData name="Marcus Gillis" userId="e021863b747904f7" providerId="LiveId" clId="{7D96AA66-6359-4CF5-9E1E-B87409EB2B21}" dt="2026-03-30T23:41:31.105" v="779" actId="2696"/>
        <pc:sldMkLst>
          <pc:docMk/>
          <pc:sldMk cId="1495176999" sldId="258"/>
        </pc:sldMkLst>
      </pc:sldChg>
      <pc:sldChg chg="del">
        <pc:chgData name="Marcus Gillis" userId="e021863b747904f7" providerId="LiveId" clId="{7D96AA66-6359-4CF5-9E1E-B87409EB2B21}" dt="2026-03-30T23:48:45.770" v="1217" actId="2696"/>
        <pc:sldMkLst>
          <pc:docMk/>
          <pc:sldMk cId="1059217102" sldId="259"/>
        </pc:sldMkLst>
      </pc:sldChg>
      <pc:sldChg chg="del">
        <pc:chgData name="Marcus Gillis" userId="e021863b747904f7" providerId="LiveId" clId="{7D96AA66-6359-4CF5-9E1E-B87409EB2B21}" dt="2026-03-30T23:48:47.996" v="1218" actId="2696"/>
        <pc:sldMkLst>
          <pc:docMk/>
          <pc:sldMk cId="2548766064" sldId="260"/>
        </pc:sldMkLst>
      </pc:sldChg>
      <pc:sldChg chg="del">
        <pc:chgData name="Marcus Gillis" userId="e021863b747904f7" providerId="LiveId" clId="{7D96AA66-6359-4CF5-9E1E-B87409EB2B21}" dt="2026-03-30T23:48:50.350" v="1219" actId="2696"/>
        <pc:sldMkLst>
          <pc:docMk/>
          <pc:sldMk cId="524403553" sldId="261"/>
        </pc:sldMkLst>
      </pc:sldChg>
      <pc:sldChg chg="modSp add mod">
        <pc:chgData name="Marcus Gillis" userId="e021863b747904f7" providerId="LiveId" clId="{7D96AA66-6359-4CF5-9E1E-B87409EB2B21}" dt="2026-03-30T23:29:38.381" v="571" actId="207"/>
        <pc:sldMkLst>
          <pc:docMk/>
          <pc:sldMk cId="1657061120" sldId="262"/>
        </pc:sldMkLst>
        <pc:spChg chg="mod">
          <ac:chgData name="Marcus Gillis" userId="e021863b747904f7" providerId="LiveId" clId="{7D96AA66-6359-4CF5-9E1E-B87409EB2B21}" dt="2026-03-30T23:24:03.620" v="290" actId="20577"/>
          <ac:spMkLst>
            <pc:docMk/>
            <pc:sldMk cId="1657061120" sldId="262"/>
            <ac:spMk id="2" creationId="{5BE797C0-B0D4-F560-0A2E-B627189CF4A0}"/>
          </ac:spMkLst>
        </pc:spChg>
        <pc:spChg chg="mod">
          <ac:chgData name="Marcus Gillis" userId="e021863b747904f7" providerId="LiveId" clId="{7D96AA66-6359-4CF5-9E1E-B87409EB2B21}" dt="2026-03-30T23:29:38.381" v="571" actId="207"/>
          <ac:spMkLst>
            <pc:docMk/>
            <pc:sldMk cId="1657061120" sldId="262"/>
            <ac:spMk id="3" creationId="{3BAAE322-CDD1-F044-8C12-72DB6D905C3A}"/>
          </ac:spMkLst>
        </pc:spChg>
      </pc:sldChg>
      <pc:sldChg chg="modSp add mod">
        <pc:chgData name="Marcus Gillis" userId="e021863b747904f7" providerId="LiveId" clId="{7D96AA66-6359-4CF5-9E1E-B87409EB2B21}" dt="2026-03-30T23:58:43.504" v="1535" actId="20577"/>
        <pc:sldMkLst>
          <pc:docMk/>
          <pc:sldMk cId="853268030" sldId="263"/>
        </pc:sldMkLst>
        <pc:spChg chg="mod">
          <ac:chgData name="Marcus Gillis" userId="e021863b747904f7" providerId="LiveId" clId="{7D96AA66-6359-4CF5-9E1E-B87409EB2B21}" dt="2026-03-30T23:28:07.222" v="436" actId="20577"/>
          <ac:spMkLst>
            <pc:docMk/>
            <pc:sldMk cId="853268030" sldId="263"/>
            <ac:spMk id="2" creationId="{87266BAB-1218-9BE4-F8A4-F7F1192562DF}"/>
          </ac:spMkLst>
        </pc:spChg>
        <pc:spChg chg="mod">
          <ac:chgData name="Marcus Gillis" userId="e021863b747904f7" providerId="LiveId" clId="{7D96AA66-6359-4CF5-9E1E-B87409EB2B21}" dt="2026-03-30T23:58:43.504" v="1535" actId="20577"/>
          <ac:spMkLst>
            <pc:docMk/>
            <pc:sldMk cId="853268030" sldId="263"/>
            <ac:spMk id="3" creationId="{7C6C6549-0A12-6C6D-4D5A-FCC1AC00711C}"/>
          </ac:spMkLst>
        </pc:spChg>
      </pc:sldChg>
      <pc:sldChg chg="modSp add mod">
        <pc:chgData name="Marcus Gillis" userId="e021863b747904f7" providerId="LiveId" clId="{7D96AA66-6359-4CF5-9E1E-B87409EB2B21}" dt="2026-03-30T23:56:13.163" v="1424" actId="207"/>
        <pc:sldMkLst>
          <pc:docMk/>
          <pc:sldMk cId="828924883" sldId="264"/>
        </pc:sldMkLst>
        <pc:spChg chg="mod">
          <ac:chgData name="Marcus Gillis" userId="e021863b747904f7" providerId="LiveId" clId="{7D96AA66-6359-4CF5-9E1E-B87409EB2B21}" dt="2026-03-30T23:30:41.995" v="584" actId="20577"/>
          <ac:spMkLst>
            <pc:docMk/>
            <pc:sldMk cId="828924883" sldId="264"/>
            <ac:spMk id="2" creationId="{2948F4B3-C6D0-D6D6-5AC3-E58D0AF6D5A4}"/>
          </ac:spMkLst>
        </pc:spChg>
        <pc:spChg chg="mod">
          <ac:chgData name="Marcus Gillis" userId="e021863b747904f7" providerId="LiveId" clId="{7D96AA66-6359-4CF5-9E1E-B87409EB2B21}" dt="2026-03-30T23:56:13.163" v="1424" actId="207"/>
          <ac:spMkLst>
            <pc:docMk/>
            <pc:sldMk cId="828924883" sldId="264"/>
            <ac:spMk id="3" creationId="{B70A4698-5951-A8C8-A923-F2A6CC449250}"/>
          </ac:spMkLst>
        </pc:spChg>
      </pc:sldChg>
      <pc:sldChg chg="addSp delSp modSp new mod">
        <pc:chgData name="Marcus Gillis" userId="e021863b747904f7" providerId="LiveId" clId="{7D96AA66-6359-4CF5-9E1E-B87409EB2B21}" dt="2026-03-30T23:37:28.394" v="778" actId="1076"/>
        <pc:sldMkLst>
          <pc:docMk/>
          <pc:sldMk cId="4106740736" sldId="265"/>
        </pc:sldMkLst>
        <pc:spChg chg="mod">
          <ac:chgData name="Marcus Gillis" userId="e021863b747904f7" providerId="LiveId" clId="{7D96AA66-6359-4CF5-9E1E-B87409EB2B21}" dt="2026-03-30T23:36:16.550" v="775" actId="20577"/>
          <ac:spMkLst>
            <pc:docMk/>
            <pc:sldMk cId="4106740736" sldId="265"/>
            <ac:spMk id="2" creationId="{725697E7-7F13-663A-6BB4-F21D8F4583D1}"/>
          </ac:spMkLst>
        </pc:spChg>
        <pc:spChg chg="del">
          <ac:chgData name="Marcus Gillis" userId="e021863b747904f7" providerId="LiveId" clId="{7D96AA66-6359-4CF5-9E1E-B87409EB2B21}" dt="2026-03-30T23:36:39.491" v="776" actId="931"/>
          <ac:spMkLst>
            <pc:docMk/>
            <pc:sldMk cId="4106740736" sldId="265"/>
            <ac:spMk id="3" creationId="{C7B3BCD7-212D-04CF-C58B-92AF757281D5}"/>
          </ac:spMkLst>
        </pc:spChg>
        <pc:picChg chg="add mod ord">
          <ac:chgData name="Marcus Gillis" userId="e021863b747904f7" providerId="LiveId" clId="{7D96AA66-6359-4CF5-9E1E-B87409EB2B21}" dt="2026-03-30T23:37:28.394" v="778" actId="1076"/>
          <ac:picMkLst>
            <pc:docMk/>
            <pc:sldMk cId="4106740736" sldId="265"/>
            <ac:picMk id="5" creationId="{F28A3415-EC22-1914-CC30-361FDCF3E74B}"/>
          </ac:picMkLst>
        </pc:picChg>
      </pc:sldChg>
      <pc:sldChg chg="modSp add mod ord">
        <pc:chgData name="Marcus Gillis" userId="e021863b747904f7" providerId="LiveId" clId="{7D96AA66-6359-4CF5-9E1E-B87409EB2B21}" dt="2026-03-30T23:59:37.430" v="1542" actId="20577"/>
        <pc:sldMkLst>
          <pc:docMk/>
          <pc:sldMk cId="923384004" sldId="266"/>
        </pc:sldMkLst>
        <pc:spChg chg="mod">
          <ac:chgData name="Marcus Gillis" userId="e021863b747904f7" providerId="LiveId" clId="{7D96AA66-6359-4CF5-9E1E-B87409EB2B21}" dt="2026-03-30T23:42:08.073" v="797" actId="20577"/>
          <ac:spMkLst>
            <pc:docMk/>
            <pc:sldMk cId="923384004" sldId="266"/>
            <ac:spMk id="2" creationId="{9FF8EA66-241D-DD4A-DEEF-4DC861A3886F}"/>
          </ac:spMkLst>
        </pc:spChg>
        <pc:spChg chg="mod">
          <ac:chgData name="Marcus Gillis" userId="e021863b747904f7" providerId="LiveId" clId="{7D96AA66-6359-4CF5-9E1E-B87409EB2B21}" dt="2026-03-30T23:59:37.430" v="1542" actId="20577"/>
          <ac:spMkLst>
            <pc:docMk/>
            <pc:sldMk cId="923384004" sldId="266"/>
            <ac:spMk id="3" creationId="{13640E94-3381-343E-8B8A-6D5154169C5D}"/>
          </ac:spMkLst>
        </pc:spChg>
      </pc:sldChg>
      <pc:sldChg chg="modSp add mod">
        <pc:chgData name="Marcus Gillis" userId="e021863b747904f7" providerId="LiveId" clId="{7D96AA66-6359-4CF5-9E1E-B87409EB2B21}" dt="2026-03-31T00:00:21.483" v="1559" actId="20577"/>
        <pc:sldMkLst>
          <pc:docMk/>
          <pc:sldMk cId="2349976997" sldId="267"/>
        </pc:sldMkLst>
        <pc:spChg chg="mod">
          <ac:chgData name="Marcus Gillis" userId="e021863b747904f7" providerId="LiveId" clId="{7D96AA66-6359-4CF5-9E1E-B87409EB2B21}" dt="2026-03-30T23:45:48.869" v="1044" actId="20577"/>
          <ac:spMkLst>
            <pc:docMk/>
            <pc:sldMk cId="2349976997" sldId="267"/>
            <ac:spMk id="2" creationId="{1FD1FD41-7849-E3D0-8E87-9CB91E94FB24}"/>
          </ac:spMkLst>
        </pc:spChg>
        <pc:spChg chg="mod">
          <ac:chgData name="Marcus Gillis" userId="e021863b747904f7" providerId="LiveId" clId="{7D96AA66-6359-4CF5-9E1E-B87409EB2B21}" dt="2026-03-31T00:00:21.483" v="1559" actId="20577"/>
          <ac:spMkLst>
            <pc:docMk/>
            <pc:sldMk cId="2349976997" sldId="267"/>
            <ac:spMk id="3" creationId="{1CBE85B6-A07E-86B8-ED09-5A48360A11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C72C4-5ABA-2980-C7CC-D78BBFDAE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7BC0A-EE8E-CC19-BBAC-65B1E071E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D8F04-F42A-3116-1E1A-72ECF356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0EE5E-3E63-2495-8B83-A9901056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C830E-37EE-7615-694F-906B0667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3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4F4B-ED42-6701-C15B-DE8B0A51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BACDB-284C-25B3-A465-3F5DADA30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C419-E5EF-70B9-1822-098322F1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3FC03-D6FB-50C0-B6D4-6857214E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D6FC1-F6B2-3C36-1F64-DBD49D1B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2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0D30-BA9D-0D36-61BA-AF77392E0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F50F8-1F5B-3873-0E3E-4251D0F3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25804-BF20-1978-304A-0A788025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DF8B-3F4B-9C78-D375-0CFB4612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89845-E867-A05D-95F5-3B8C6932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3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A5D5-7B6C-D8B3-63F4-A42FB2B2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72675-490A-9637-DC2B-E6A86DC61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11873-0430-D2B1-AE88-B4A19D517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86ECE-4F54-7502-B0F7-B711DDB2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25019-4868-69FA-F4EA-A6F3D771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6A675-387F-4E07-9567-5E0A7831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9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D8FF-EC8B-DCE3-801F-7B33D7E8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A291C-BD98-664D-EEFF-6F066D0EB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B1A9C-0D20-5B13-FE3C-5BB2847E7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A6C01-5388-FE91-72F6-4553AE896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65C0E-2E97-2B64-7E5E-6DA72FC38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AAFFB-F71B-BB42-048B-87683C6D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6A38E-81B4-E167-3AF7-59EFFD08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9A38B-13A6-76DD-655D-7D265909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9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9E31-DDB6-51B2-0AFD-C9FF639E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4E0A8-F9B1-7FFB-72E2-B24E9EBE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ABD85-8E67-B4AA-B4D8-F0D4E00B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5530-AE15-62E0-664E-8373A058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4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2845C-C3EF-5239-5E77-FD306503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8EC0-4DE5-FA3E-EF7F-D4F214EB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66FB8-25AB-5ABB-F357-0511494F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2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DF6D-E00F-52B0-8F9E-74A32EC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F4FB-E331-9357-5EFA-6EFF4AF57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AF62A-13DA-3387-AFAB-BA9802FCE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B9FFF-9750-60C7-8EB1-496F40DE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F5039-8862-E0CD-EF5A-55ABC6E1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85354-9C16-6629-9153-B3AA5F10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8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D799-68A4-4DBE-8D85-B127E073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947ED-718F-F687-16F3-A9A08DD87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29FA4-AED4-D24D-C586-1DE31AE0A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6E2F6-4DE7-FBB6-2B9D-FB671E05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57B03-C0D3-3C0C-7D98-9FC57FA3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CF0FF-5C35-BE44-98EF-27ED730D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3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A21C-ACA1-5397-BE3B-A294E525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00352-EA64-7C68-19CA-DA73DDC0D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A739B-EB7F-C9D5-5EB6-99BF4D49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AA83-C6B6-9699-BDDA-1C3BB379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5CBFA-B595-5291-8F4F-1CC277CD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3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CCDD5-431D-1D8B-D36F-5F8D2B045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11B0E-1401-395D-D9F2-0B97370CC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6571-15CD-A617-E3E5-C9B6AE9C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701E5-F90E-6392-5186-FC445001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61646-D912-308B-FB53-6633D24F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8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2AABE-51AE-AB95-003E-62F1DC19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A91B2-53DA-D431-DE61-1246F77C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0F77E-0B16-5575-C130-BE56D9E0A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8C774-3AEC-4758-9E11-CFEB6D6D26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80E0F-80C3-D076-378D-BDE91CF79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B53A3-86F4-8DC3-087C-29BD77ECA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F9762-1980-42D7-B10B-78BB736FF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1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CEC1-4060-FD06-8F9A-127086A7F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1640"/>
            <a:ext cx="9144000" cy="2387600"/>
          </a:xfrm>
        </p:spPr>
        <p:txBody>
          <a:bodyPr/>
          <a:lstStyle/>
          <a:p>
            <a:r>
              <a:rPr lang="en-US" dirty="0"/>
              <a:t>Detecting and Mitigating AI Misuse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8610D-C1EF-7ED9-A88D-1DD84AD70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2429"/>
            <a:ext cx="9144000" cy="1655762"/>
          </a:xfrm>
        </p:spPr>
        <p:txBody>
          <a:bodyPr/>
          <a:lstStyle/>
          <a:p>
            <a:r>
              <a:rPr lang="en-US" sz="2800" dirty="0"/>
              <a:t>A Proactive Trust &amp; Safety Analytics Framework</a:t>
            </a:r>
          </a:p>
          <a:p>
            <a:r>
              <a:rPr lang="en-US" sz="2000" dirty="0"/>
              <a:t>Simulating a proactive analytics approach to AI safety risk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D488B-3E57-CAD8-63FB-F9BB55AAADEC}"/>
              </a:ext>
            </a:extLst>
          </p:cNvPr>
          <p:cNvSpPr txBox="1"/>
          <p:nvPr/>
        </p:nvSpPr>
        <p:spPr>
          <a:xfrm>
            <a:off x="3462131" y="5396360"/>
            <a:ext cx="4870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Marcus Gillis</a:t>
            </a:r>
          </a:p>
          <a:p>
            <a:pPr algn="ctr"/>
            <a:r>
              <a:rPr lang="en-US" dirty="0"/>
              <a:t>Data Analytics Portfolio Project</a:t>
            </a:r>
          </a:p>
          <a:p>
            <a:pPr algn="ctr"/>
            <a:r>
              <a:rPr lang="en-US" dirty="0"/>
              <a:t>Tools: SQL </a:t>
            </a:r>
            <a:r>
              <a:rPr lang="en-US" dirty="0">
                <a:solidFill>
                  <a:srgbClr val="FF0000"/>
                </a:solidFill>
              </a:rPr>
              <a:t>•</a:t>
            </a:r>
            <a:r>
              <a:rPr lang="en-US" dirty="0"/>
              <a:t> Excel </a:t>
            </a:r>
            <a:r>
              <a:rPr lang="en-US" dirty="0">
                <a:solidFill>
                  <a:srgbClr val="FF0000"/>
                </a:solidFill>
              </a:rPr>
              <a:t>•</a:t>
            </a:r>
            <a:r>
              <a:rPr lang="en-US" dirty="0"/>
              <a:t> Tableau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B19AB-299E-2032-CE91-ACF0A4B68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3207" y="603827"/>
            <a:ext cx="3533797" cy="94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39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C1DF-977A-BBD0-E2EC-19E2EEDB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788006"/>
            <a:ext cx="6970643" cy="81431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721F6-A6E2-CE77-CEA5-5A10A78E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00B050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Generative AI introduces scalable and evolving misuse risks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00B050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Traditional detection systems are primarily reactive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00B050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Risk patterns evolve faster than static policy frameworks</a:t>
            </a:r>
          </a:p>
          <a:p>
            <a:pPr marL="0" indent="0" algn="ctr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7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E872-7541-0357-B45D-D1DC9F9E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97C0-B0D4-F560-0A2E-B627189C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788006"/>
            <a:ext cx="6970643" cy="81431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AE322-CDD1-F044-8C12-72DB6D905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Identify patterns of AI misuse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Measure operational risk and detection performance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Propose strategies to reduce harmful activity</a:t>
            </a:r>
          </a:p>
          <a:p>
            <a:pPr marL="0" indent="0" algn="ctr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6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A2BB-E5A3-D251-9316-F97F326D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6BAB-1218-9BE4-F8A4-F7F11925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788006"/>
            <a:ext cx="6970643" cy="81431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6549-0A12-6C6D-4D5A-FCC1AC00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0000"/>
                </a:solidFill>
              </a:rPr>
              <a:t>• </a:t>
            </a:r>
            <a:r>
              <a:rPr lang="en-US" sz="2600" dirty="0"/>
              <a:t>Synthetic dataset simulating AI misuse behavior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0000"/>
                </a:solidFill>
              </a:rPr>
              <a:t>• </a:t>
            </a:r>
            <a:r>
              <a:rPr lang="en-US" sz="2600" dirty="0"/>
              <a:t>SQL-based metrics framework for risk measurement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0000"/>
                </a:solidFill>
              </a:rPr>
              <a:t>• </a:t>
            </a:r>
            <a:r>
              <a:rPr lang="en-US" sz="2600" dirty="0"/>
              <a:t>Tableau dashboard for real-time monitoring and decision support</a:t>
            </a:r>
          </a:p>
          <a:p>
            <a:pPr marL="0" indent="0" algn="ctr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6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9E4A-CBD1-218D-A013-2A99F75C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F4B3-C6D0-D6D6-5AC3-E58D0AF6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788006"/>
            <a:ext cx="6970643" cy="81431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A4698-5951-A8C8-A923-F2A6CC449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6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40% of violations fall into the “other” category, indicating a lack of classification granularity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6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45% of violations originate from repeat offenders, suggesting concentrated user-level risk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6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Average detection time of 3.37 hours reveals a meaningful exposure window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6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6% abuse rate represents significant risk at scale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924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97E7-7F13-663A-6BB4-F21D8F45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Monitoring AI Misuse Risk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A3415-EC22-1914-CC30-361FDCF3E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136" y="1582220"/>
            <a:ext cx="8385078" cy="459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4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86A4-0FD0-A3B6-5E0F-B867E622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EA66-241D-DD4A-DEEF-4DC861A3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788006"/>
            <a:ext cx="6970643" cy="81431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40E94-3381-343E-8B8A-6D515416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C000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Improve classification granularity to better capture emerging threats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C000"/>
                </a:solidFill>
              </a:rPr>
              <a:t>• </a:t>
            </a:r>
            <a:r>
              <a:rPr lang="en-US" sz="2600" dirty="0"/>
              <a:t>Prioritize high-risk users through behavior-based monitoring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C000"/>
                </a:solidFill>
              </a:rPr>
              <a:t>• </a:t>
            </a:r>
            <a:r>
              <a:rPr lang="en-US" sz="2600" dirty="0"/>
              <a:t>Reduce detection latency through real-time risk scoring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C000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Focus interventions on high-impact segments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84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7EDF-A54F-CE92-3165-AA1364CF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FD41-7849-E3D0-8E87-9CB91E94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788006"/>
            <a:ext cx="6970643" cy="81431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E85B6-A07E-86B8-ED09-5A48360A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Faster detection of harmful activity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C000"/>
                </a:solidFill>
              </a:rPr>
              <a:t> </a:t>
            </a:r>
            <a:r>
              <a:rPr lang="en-US" sz="2600" dirty="0"/>
              <a:t>Reduced exposure to policy-violating content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C000"/>
                </a:solidFill>
              </a:rPr>
              <a:t> </a:t>
            </a:r>
            <a:r>
              <a:rPr lang="en-US" sz="2600" dirty="0"/>
              <a:t>More efficient allocation of Trust and Safety resources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•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Improved long-term platform safety and resilience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976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5822</TotalTime>
  <Words>240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Office Theme</vt:lpstr>
      <vt:lpstr>Detecting and Mitigating AI Misuse Risk</vt:lpstr>
      <vt:lpstr>The Challenge</vt:lpstr>
      <vt:lpstr>Objective</vt:lpstr>
      <vt:lpstr>Approach</vt:lpstr>
      <vt:lpstr>Key Findings</vt:lpstr>
      <vt:lpstr>Monitoring AI Misuse Risk</vt:lpstr>
      <vt:lpstr>Recommendations</vt:lpstr>
      <vt:lpstr>Expected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Gillis</dc:creator>
  <cp:lastModifiedBy>Marcus Gillis</cp:lastModifiedBy>
  <cp:revision>2</cp:revision>
  <dcterms:created xsi:type="dcterms:W3CDTF">2026-03-16T15:49:42Z</dcterms:created>
  <dcterms:modified xsi:type="dcterms:W3CDTF">2026-03-31T00:02:00Z</dcterms:modified>
</cp:coreProperties>
</file>